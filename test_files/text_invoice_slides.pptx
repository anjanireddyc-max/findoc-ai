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INVOICE INV-2026-0042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Laptop x 1 ..... 45,000.00</a:t>
            </a:r>
          </a:p>
          <a:p>
            <a:r>
              <a:t>Mouse x 2 ..... 1,500.00</a:t>
            </a:r>
          </a:p>
          <a:p>
            <a:r>
              <a:t>Total ..... 46,500.00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